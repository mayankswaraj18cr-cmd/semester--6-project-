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1248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Full-Stack Web Application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41248" y="3840480"/>
            <a:ext cx="2926080" cy="0"/>
          </a:xfrm>
          <a:prstGeom prst="line">
            <a:avLst/>
          </a:prstGeom>
          <a:noFill/>
          <a:ln w="19050">
            <a:solidFill>
              <a:srgbClr val="B879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Technologies  •  Full-Stack Web Application  •  Intermediate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· CSS · JavaScript · PHP · MySQL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a complete e-commerce platform where users can register, browse products, manage a cart, place orders, and where admins can manage inventory.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10896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97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/ Login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2697480"/>
            <a:ext cx="310896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2697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Products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10896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03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Products to Cart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3703320"/>
            <a:ext cx="310896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3703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310896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7091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Inventory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4709160"/>
            <a:ext cx="310896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47091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Purchases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0" y="2606040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— structure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3209544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32095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— styling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3813048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3813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 — interactivity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4416552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4416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— server logic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80960" y="5020056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50200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— data storage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562356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5760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Simulates: Amazon · Flipkart · Myntra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 •  Web Technologies  •  GSSIPU Semester 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54480" y="1554480"/>
            <a:ext cx="4023360" cy="621792"/>
          </a:xfrm>
          <a:prstGeom prst="rect">
            <a:avLst>
              <a:gd name="adj" fmla="val 11765"/>
            </a:avLst>
          </a:prstGeom>
          <a:solidFill>
            <a:srgbClr val="FBEEDD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5544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66160" y="2176272"/>
            <a:ext cx="0" cy="292608"/>
          </a:xfrm>
          <a:prstGeom prst="line">
            <a:avLst/>
          </a:prstGeom>
          <a:noFill/>
          <a:ln w="19050">
            <a:solidFill>
              <a:srgbClr val="B8791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554480" y="2468880"/>
            <a:ext cx="4023360" cy="621792"/>
          </a:xfrm>
          <a:prstGeom prst="rect">
            <a:avLst>
              <a:gd name="adj" fmla="val 11765"/>
            </a:avLst>
          </a:prstGeom>
          <a:solidFill>
            <a:srgbClr val="FBEEDD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688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(HTML / CSS / JS)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66160" y="3090672"/>
            <a:ext cx="0" cy="292608"/>
          </a:xfrm>
          <a:prstGeom prst="line">
            <a:avLst/>
          </a:prstGeom>
          <a:noFill/>
          <a:ln w="19050">
            <a:solidFill>
              <a:srgbClr val="B8791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554480" y="3383280"/>
            <a:ext cx="4023360" cy="621792"/>
          </a:xfrm>
          <a:prstGeom prst="rect">
            <a:avLst>
              <a:gd name="adj" fmla="val 11765"/>
            </a:avLst>
          </a:prstGeom>
          <a:solidFill>
            <a:srgbClr val="FBEEDD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3832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PHP BACKEND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66160" y="4005072"/>
            <a:ext cx="0" cy="292608"/>
          </a:xfrm>
          <a:prstGeom prst="line">
            <a:avLst/>
          </a:prstGeom>
          <a:noFill/>
          <a:ln w="19050">
            <a:solidFill>
              <a:srgbClr val="B8791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54480" y="4297680"/>
            <a:ext cx="4023360" cy="621792"/>
          </a:xfrm>
          <a:prstGeom prst="rect">
            <a:avLst>
              <a:gd name="adj" fmla="val 11765"/>
            </a:avLst>
          </a:prstGeom>
          <a:solidFill>
            <a:srgbClr val="FBEEDD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2976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566160" y="4919472"/>
            <a:ext cx="0" cy="292608"/>
          </a:xfrm>
          <a:prstGeom prst="line">
            <a:avLst/>
          </a:prstGeom>
          <a:noFill/>
          <a:ln w="19050">
            <a:solidFill>
              <a:srgbClr val="B879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54480" y="5212080"/>
            <a:ext cx="4023360" cy="621792"/>
          </a:xfrm>
          <a:prstGeom prst="rect">
            <a:avLst>
              <a:gd name="adj" fmla="val 11765"/>
            </a:avLst>
          </a:prstGeom>
          <a:solidFill>
            <a:srgbClr val="FBEEDD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52120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DATA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Breakdown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2057400"/>
            <a:ext cx="4937760" cy="1828800"/>
          </a:xfrm>
          <a:prstGeom prst="rect">
            <a:avLst>
              <a:gd name="adj" fmla="val 35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MODULE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45059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  ·   Login   ·   Browse Products   ·   Add To Cart   ·   Place Order   ·   Track Orders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069080"/>
            <a:ext cx="4937760" cy="1600200"/>
          </a:xfrm>
          <a:prstGeom prst="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4462272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Product   ·   Update Product   ·   Delete Product   ·   Manage Orders   ·   Manage Inventory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 •  Web Technologies  •  GSSIPU Semester 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solidFill>
            <a:srgbClr val="162C5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Fields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7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(PK)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Email, Password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7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 (PK)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ProductName, Price, Quantity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37947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7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 (PK)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3794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UserID (FK), ProductID (FK), Quantity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554480"/>
          </a:xfrm>
          <a:prstGeom prst="rect">
            <a:avLst>
              <a:gd name="adj" fmla="val 4118"/>
            </a:avLst>
          </a:prstGeom>
          <a:solidFill>
            <a:srgbClr val="FBEEDD"/>
          </a:solidFill>
          <a:ln w="9525">
            <a:solidFill>
              <a:srgbClr val="B879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Products (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67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ProductID INT PRIMARY KEY, ProductName VARCHAR(100),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66013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 DECIMAL(10,2), Quantity 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9527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 •  Web Technologies  •  GSSIPU Semester 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6" name="Text 4"/>
          <p:cNvSpPr/>
          <p:nvPr/>
        </p:nvSpPr>
        <p:spPr>
          <a:xfrm>
            <a:off x="1065276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8932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07108" y="27432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98C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35124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4620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1" name="Text 9"/>
          <p:cNvSpPr/>
          <p:nvPr/>
        </p:nvSpPr>
        <p:spPr>
          <a:xfrm>
            <a:off x="2674620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08276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6452" y="27432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98C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4468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3964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6" name="Text 14"/>
          <p:cNvSpPr/>
          <p:nvPr/>
        </p:nvSpPr>
        <p:spPr>
          <a:xfrm>
            <a:off x="4283964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7620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Products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25796" y="27432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98C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53812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3308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21" name="Text 19"/>
          <p:cNvSpPr/>
          <p:nvPr/>
        </p:nvSpPr>
        <p:spPr>
          <a:xfrm>
            <a:off x="5893308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26964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To Cart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35140" y="27432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98C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63156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2652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26" name="Text 24"/>
          <p:cNvSpPr/>
          <p:nvPr/>
        </p:nvSpPr>
        <p:spPr>
          <a:xfrm>
            <a:off x="7502652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36308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44484" y="27432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98C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72500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11996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31" name="Text 29"/>
          <p:cNvSpPr/>
          <p:nvPr/>
        </p:nvSpPr>
        <p:spPr>
          <a:xfrm>
            <a:off x="9111996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45652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3828" y="27432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98C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181844" y="2194560"/>
            <a:ext cx="1481328" cy="1371600"/>
          </a:xfrm>
          <a:prstGeom prst="rect">
            <a:avLst>
              <a:gd name="adj" fmla="val 5333"/>
            </a:avLst>
          </a:prstGeom>
          <a:solidFill>
            <a:srgbClr val="162C56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21340" y="2359152"/>
            <a:ext cx="402336" cy="402336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36" name="Text 34"/>
          <p:cNvSpPr/>
          <p:nvPr/>
        </p:nvSpPr>
        <p:spPr>
          <a:xfrm>
            <a:off x="10721340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54996" y="28529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Confirmation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371600" y="4206240"/>
            <a:ext cx="9418320" cy="1737360"/>
          </a:xfrm>
          <a:prstGeom prst="rect">
            <a:avLst>
              <a:gd name="adj" fmla="val 4211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45920" y="4709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Online Store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645920" y="5074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Mobile Phone  —  ₹15,000  —  [ Add To Cart ]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45920" y="5413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Bluetooth Headphones  —  ₹1,999  —  [ Add To Cart ]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 •  Web Technologies  •  GSSIPU Semester 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PHP Login Backend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4709160"/>
          </a:xfrm>
          <a:prstGeom prst="rect">
            <a:avLst>
              <a:gd name="adj" fmla="val 1359"/>
            </a:avLst>
          </a:prstGeom>
          <a:solidFill>
            <a:srgbClr val="0D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932127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 = mysqli_connect(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72614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"localhost","root","","ecommerce");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1310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53589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 = $_POST['email'];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894076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 = $_POST['password'];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134563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375050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"SELECT * FROM users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61553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email='$email'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856025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password='$password'";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336999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 = mysqli_query($conn,$sql);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577486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817974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(mysqli_num_rows($result)&gt;0)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058461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"Login Success";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29894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539435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"Invalid Login";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577992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6020410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438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1975104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1874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Connects to the MySQL database using mysqli_connect.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2843784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2743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submitted email and password from the login form.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3712464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3611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Queries the users table for a matching record.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4581144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4480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non-empty result set means the credentials are valid.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43800" y="5440680"/>
            <a:ext cx="4251960" cy="685800"/>
          </a:xfrm>
          <a:prstGeom prst="rect">
            <a:avLst>
              <a:gd name="adj" fmla="val 8000"/>
            </a:avLst>
          </a:prstGeom>
          <a:solidFill>
            <a:srgbClr val="FBE7EB"/>
          </a:solidFill>
          <a:ln w="9525">
            <a:solidFill>
              <a:srgbClr val="C23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5486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Production systems should use prepared statements and hashed passwords to prevent SQL injection.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 •  Web Technologies  •  GSSIPU Semester 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Features &amp;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Verifies user identity before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30352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Maintains secure login 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0352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77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3251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invalid or malicious records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53492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87452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Shopping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404872"/>
            <a:ext cx="5349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40487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Stores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935224"/>
            <a:ext cx="53492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3522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Grocery Platforms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465576"/>
            <a:ext cx="5349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4655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Electronics Stores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995928"/>
            <a:ext cx="53492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9959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Marketplaces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 •  Web Technologies  •  GSSIPU Semester 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>
              <a:gd name="adj" fmla="val 5000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E-Commerce Market Portal was successfully developed using HTML, CSS, JavaScript, PHP, and MySQL, supporting product browsing, cart management, authentication, and order processing.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770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Development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34256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245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Styling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Interactivity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19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PHP Backend Programming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76672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6694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Database Integration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724144"/>
            <a:ext cx="91440" cy="91440"/>
          </a:xfrm>
          <a:prstGeom prst="ellipse">
            <a:avLst/>
          </a:prstGeom>
          <a:solidFill>
            <a:srgbClr val="B8791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144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Web Development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Market Portal — Full-Stack Web Development Project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6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2026-08-20T10:20:43Z</dcterms:created>
  <dcterms:modified xsi:type="dcterms:W3CDTF">2026-08-20T10:20:43Z</dcterms:modified>
</cp:coreProperties>
</file>